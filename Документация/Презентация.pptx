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0l069Ie1wbcm/zIcSinKADpl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2"/>
          <p:cNvSpPr txBox="1"/>
          <p:nvPr>
            <p:ph type="ctrTitle"/>
          </p:nvPr>
        </p:nvSpPr>
        <p:spPr>
          <a:xfrm>
            <a:off x="1243208" y="2858518"/>
            <a:ext cx="9144000" cy="1668284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" type="subTitle"/>
          </p:nvPr>
        </p:nvSpPr>
        <p:spPr>
          <a:xfrm>
            <a:off x="1243208" y="4700789"/>
            <a:ext cx="9144000" cy="67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" name="Google Shape;1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751" y="764789"/>
            <a:ext cx="1237049" cy="123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72751" y="2559028"/>
            <a:ext cx="109074" cy="28204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2"/>
          <p:cNvSpPr/>
          <p:nvPr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2"/>
          <p:cNvSpPr/>
          <p:nvPr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2"/>
          <p:cNvSpPr/>
          <p:nvPr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2"/>
          <p:cNvSpPr/>
          <p:nvPr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2"/>
          <p:cNvSpPr/>
          <p:nvPr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2"/>
          <p:cNvSpPr/>
          <p:nvPr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2"/>
          <p:cNvSpPr/>
          <p:nvPr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2"/>
          <p:cNvSpPr/>
          <p:nvPr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/>
          <p:nvPr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2"/>
          <p:cNvSpPr/>
          <p:nvPr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2"/>
          <p:cNvSpPr/>
          <p:nvPr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раздела">
  <p:cSld name="1_Заголовок раздела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1124531" y="524933"/>
            <a:ext cx="3650668" cy="2051579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4400"/>
              <a:buFont typeface="Arial"/>
              <a:buNone/>
              <a:defRPr sz="4400">
                <a:solidFill>
                  <a:srgbClr val="8825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5411362" y="1375304"/>
            <a:ext cx="485775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/>
          <p:nvPr>
            <p:ph idx="2" type="pic"/>
          </p:nvPr>
        </p:nvSpPr>
        <p:spPr>
          <a:xfrm>
            <a:off x="5360563" y="3037417"/>
            <a:ext cx="6831437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23"/>
          <p:cNvSpPr/>
          <p:nvPr>
            <p:ph idx="3" type="pic"/>
          </p:nvPr>
        </p:nvSpPr>
        <p:spPr>
          <a:xfrm>
            <a:off x="1122044" y="3037417"/>
            <a:ext cx="3873289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3"/>
          <p:cNvSpPr/>
          <p:nvPr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idx="10" type="dt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" name="Google Shape;43;p24"/>
          <p:cNvSpPr/>
          <p:nvPr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838200" y="1851025"/>
            <a:ext cx="10515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раздела">
  <p:cSld name="2_Заголовок раздела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/>
          <p:nvPr>
            <p:ph type="title"/>
          </p:nvPr>
        </p:nvSpPr>
        <p:spPr>
          <a:xfrm>
            <a:off x="1124531" y="524934"/>
            <a:ext cx="6130284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4400"/>
              <a:buFont typeface="Arial"/>
              <a:buNone/>
              <a:defRPr sz="4400">
                <a:solidFill>
                  <a:srgbClr val="8825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/>
          <p:nvPr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ва объекта">
  <p:cSld name="1_Два объекта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/>
          <p:nvPr/>
        </p:nvSpPr>
        <p:spPr>
          <a:xfrm>
            <a:off x="678542" y="2177144"/>
            <a:ext cx="2573111" cy="4134756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6"/>
          <p:cNvSpPr txBox="1"/>
          <p:nvPr>
            <p:ph type="title"/>
          </p:nvPr>
        </p:nvSpPr>
        <p:spPr>
          <a:xfrm>
            <a:off x="838200" y="3136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/>
          <p:nvPr/>
        </p:nvSpPr>
        <p:spPr>
          <a:xfrm>
            <a:off x="3437617" y="2177144"/>
            <a:ext cx="2573111" cy="4134756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6"/>
          <p:cNvSpPr/>
          <p:nvPr/>
        </p:nvSpPr>
        <p:spPr>
          <a:xfrm>
            <a:off x="6185879" y="2177142"/>
            <a:ext cx="2573111" cy="4134757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6"/>
          <p:cNvSpPr/>
          <p:nvPr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6"/>
          <p:cNvSpPr/>
          <p:nvPr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/>
          <p:nvPr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868816" y="2846730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68816" y="3670642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3" type="body"/>
          </p:nvPr>
        </p:nvSpPr>
        <p:spPr>
          <a:xfrm>
            <a:off x="3626077" y="2846730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26"/>
          <p:cNvSpPr txBox="1"/>
          <p:nvPr>
            <p:ph idx="4" type="body"/>
          </p:nvPr>
        </p:nvSpPr>
        <p:spPr>
          <a:xfrm>
            <a:off x="3626077" y="3670642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5" type="body"/>
          </p:nvPr>
        </p:nvSpPr>
        <p:spPr>
          <a:xfrm>
            <a:off x="6372524" y="2843667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6"/>
          <p:cNvSpPr txBox="1"/>
          <p:nvPr>
            <p:ph idx="6" type="body"/>
          </p:nvPr>
        </p:nvSpPr>
        <p:spPr>
          <a:xfrm>
            <a:off x="6372524" y="3667579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6"/>
          <p:cNvSpPr/>
          <p:nvPr/>
        </p:nvSpPr>
        <p:spPr>
          <a:xfrm>
            <a:off x="8945635" y="2177143"/>
            <a:ext cx="2573111" cy="4134758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6"/>
          <p:cNvSpPr/>
          <p:nvPr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6"/>
          <p:cNvSpPr txBox="1"/>
          <p:nvPr>
            <p:ph idx="7" type="body"/>
          </p:nvPr>
        </p:nvSpPr>
        <p:spPr>
          <a:xfrm>
            <a:off x="9132280" y="2843667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6"/>
          <p:cNvSpPr txBox="1"/>
          <p:nvPr>
            <p:ph idx="8" type="body"/>
          </p:nvPr>
        </p:nvSpPr>
        <p:spPr>
          <a:xfrm>
            <a:off x="9132280" y="3667579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-master">
  <p:cSld name="DEFAULT-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8825EA"/>
          </a:solidFill>
          <a:ln cap="flat" cmpd="sng" w="12700">
            <a:solidFill>
              <a:srgbClr val="925A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/>
          <p:nvPr/>
        </p:nvSpPr>
        <p:spPr>
          <a:xfrm>
            <a:off x="5282636" y="469815"/>
            <a:ext cx="5960534" cy="1179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7"/>
          <p:cNvSpPr/>
          <p:nvPr>
            <p:ph idx="2" type="pic"/>
          </p:nvPr>
        </p:nvSpPr>
        <p:spPr>
          <a:xfrm>
            <a:off x="5282108" y="469286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7"/>
          <p:cNvSpPr txBox="1"/>
          <p:nvPr>
            <p:ph idx="1" type="body"/>
          </p:nvPr>
        </p:nvSpPr>
        <p:spPr>
          <a:xfrm>
            <a:off x="7610970" y="690137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27"/>
          <p:cNvSpPr/>
          <p:nvPr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7"/>
          <p:cNvSpPr/>
          <p:nvPr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7"/>
          <p:cNvSpPr/>
          <p:nvPr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7"/>
          <p:cNvSpPr/>
          <p:nvPr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7"/>
          <p:cNvSpPr/>
          <p:nvPr/>
        </p:nvSpPr>
        <p:spPr>
          <a:xfrm>
            <a:off x="10525660" y="29795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7"/>
          <p:cNvSpPr/>
          <p:nvPr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7"/>
          <p:cNvSpPr/>
          <p:nvPr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/>
          <p:nvPr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7"/>
          <p:cNvSpPr txBox="1"/>
          <p:nvPr>
            <p:ph idx="11" type="ftr"/>
          </p:nvPr>
        </p:nvSpPr>
        <p:spPr>
          <a:xfrm>
            <a:off x="543697" y="6311900"/>
            <a:ext cx="10969942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7" name="Google Shape;87;p27"/>
          <p:cNvSpPr/>
          <p:nvPr/>
        </p:nvSpPr>
        <p:spPr>
          <a:xfrm>
            <a:off x="5275085" y="1896899"/>
            <a:ext cx="5960534" cy="1179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7"/>
          <p:cNvSpPr/>
          <p:nvPr>
            <p:ph idx="3" type="pic"/>
          </p:nvPr>
        </p:nvSpPr>
        <p:spPr>
          <a:xfrm>
            <a:off x="5274557" y="1896370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7"/>
          <p:cNvSpPr txBox="1"/>
          <p:nvPr>
            <p:ph idx="4" type="body"/>
          </p:nvPr>
        </p:nvSpPr>
        <p:spPr>
          <a:xfrm>
            <a:off x="7603419" y="2117221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27"/>
          <p:cNvSpPr/>
          <p:nvPr/>
        </p:nvSpPr>
        <p:spPr>
          <a:xfrm>
            <a:off x="5267534" y="3323983"/>
            <a:ext cx="5960534" cy="1179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7"/>
          <p:cNvSpPr/>
          <p:nvPr>
            <p:ph idx="5" type="pic"/>
          </p:nvPr>
        </p:nvSpPr>
        <p:spPr>
          <a:xfrm>
            <a:off x="5267006" y="3323454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7"/>
          <p:cNvSpPr txBox="1"/>
          <p:nvPr>
            <p:ph idx="6" type="body"/>
          </p:nvPr>
        </p:nvSpPr>
        <p:spPr>
          <a:xfrm>
            <a:off x="7595868" y="3544305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7"/>
          <p:cNvSpPr/>
          <p:nvPr/>
        </p:nvSpPr>
        <p:spPr>
          <a:xfrm>
            <a:off x="5259983" y="4751067"/>
            <a:ext cx="5960534" cy="1179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7"/>
          <p:cNvSpPr/>
          <p:nvPr>
            <p:ph idx="7" type="pic"/>
          </p:nvPr>
        </p:nvSpPr>
        <p:spPr>
          <a:xfrm>
            <a:off x="5259455" y="4750538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7"/>
          <p:cNvSpPr txBox="1"/>
          <p:nvPr>
            <p:ph idx="8" type="body"/>
          </p:nvPr>
        </p:nvSpPr>
        <p:spPr>
          <a:xfrm>
            <a:off x="7588317" y="4971389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>
            <a:off x="300540" y="411929"/>
            <a:ext cx="6481259" cy="788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5400"/>
              <a:buFont typeface="Arial"/>
              <a:buNone/>
              <a:defRPr sz="5400">
                <a:solidFill>
                  <a:srgbClr val="8825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/>
          <p:nvPr/>
        </p:nvSpPr>
        <p:spPr>
          <a:xfrm>
            <a:off x="2056800" y="1600326"/>
            <a:ext cx="135289" cy="141992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8"/>
          <p:cNvSpPr/>
          <p:nvPr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8"/>
          <p:cNvSpPr/>
          <p:nvPr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8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3" name="Google Shape;103;p28"/>
          <p:cNvSpPr/>
          <p:nvPr>
            <p:ph idx="2" type="pic"/>
          </p:nvPr>
        </p:nvSpPr>
        <p:spPr>
          <a:xfrm>
            <a:off x="2321803" y="1599862"/>
            <a:ext cx="2948937" cy="2113037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8"/>
          <p:cNvSpPr/>
          <p:nvPr/>
        </p:nvSpPr>
        <p:spPr>
          <a:xfrm>
            <a:off x="6781799" y="1600326"/>
            <a:ext cx="135289" cy="141992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7046802" y="1599862"/>
            <a:ext cx="2948937" cy="2113037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/>
        </p:nvSpPr>
        <p:spPr>
          <a:xfrm>
            <a:off x="6781799" y="3963281"/>
            <a:ext cx="135289" cy="141992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8"/>
          <p:cNvSpPr/>
          <p:nvPr>
            <p:ph idx="4" type="pic"/>
          </p:nvPr>
        </p:nvSpPr>
        <p:spPr>
          <a:xfrm>
            <a:off x="7046802" y="3962817"/>
            <a:ext cx="2948937" cy="2113037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/>
        </p:nvSpPr>
        <p:spPr>
          <a:xfrm>
            <a:off x="2056800" y="3894068"/>
            <a:ext cx="135289" cy="141992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8"/>
          <p:cNvSpPr/>
          <p:nvPr>
            <p:ph idx="5" type="pic"/>
          </p:nvPr>
        </p:nvSpPr>
        <p:spPr>
          <a:xfrm>
            <a:off x="2321803" y="3893604"/>
            <a:ext cx="2948937" cy="21130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6634617" y="992187"/>
            <a:ext cx="4991326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9"/>
          <p:cNvSpPr/>
          <p:nvPr>
            <p:ph idx="2" type="pic"/>
          </p:nvPr>
        </p:nvSpPr>
        <p:spPr>
          <a:xfrm>
            <a:off x="594180" y="696685"/>
            <a:ext cx="4907187" cy="5476647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/>
          <p:nvPr>
            <p:ph idx="2" type="pic"/>
          </p:nvPr>
        </p:nvSpPr>
        <p:spPr>
          <a:xfrm>
            <a:off x="-244699" y="-244699"/>
            <a:ext cx="12672812" cy="7405353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31"/>
          <p:cNvSpPr txBox="1"/>
          <p:nvPr>
            <p:ph type="title"/>
          </p:nvPr>
        </p:nvSpPr>
        <p:spPr>
          <a:xfrm>
            <a:off x="3116278" y="2795194"/>
            <a:ext cx="5950857" cy="1325563"/>
          </a:xfrm>
          <a:prstGeom prst="rect">
            <a:avLst/>
          </a:prstGeom>
          <a:solidFill>
            <a:srgbClr val="8825EA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2"/>
          <p:cNvSpPr txBox="1"/>
          <p:nvPr>
            <p:ph type="title"/>
          </p:nvPr>
        </p:nvSpPr>
        <p:spPr>
          <a:xfrm>
            <a:off x="546311" y="2478088"/>
            <a:ext cx="4857750" cy="285273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" type="body"/>
          </p:nvPr>
        </p:nvSpPr>
        <p:spPr>
          <a:xfrm>
            <a:off x="546311" y="5357813"/>
            <a:ext cx="485775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32"/>
          <p:cNvSpPr/>
          <p:nvPr>
            <p:ph idx="2" type="pic"/>
          </p:nvPr>
        </p:nvSpPr>
        <p:spPr>
          <a:xfrm>
            <a:off x="8805332" y="0"/>
            <a:ext cx="308186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32"/>
          <p:cNvSpPr/>
          <p:nvPr>
            <p:ph idx="3" type="pic"/>
          </p:nvPr>
        </p:nvSpPr>
        <p:spPr>
          <a:xfrm>
            <a:off x="5621867" y="0"/>
            <a:ext cx="306493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2"/>
          <p:cNvSpPr/>
          <p:nvPr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2"/>
          <p:cNvSpPr/>
          <p:nvPr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2"/>
          <p:cNvSpPr/>
          <p:nvPr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2"/>
          <p:cNvSpPr/>
          <p:nvPr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2"/>
          <p:cNvSpPr/>
          <p:nvPr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2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2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 txBox="1"/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4400"/>
              <a:buFont typeface="Arial"/>
              <a:buNone/>
              <a:defRPr>
                <a:solidFill>
                  <a:srgbClr val="8825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" type="body"/>
          </p:nvPr>
        </p:nvSpPr>
        <p:spPr>
          <a:xfrm>
            <a:off x="4038600" y="1825625"/>
            <a:ext cx="7315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33"/>
          <p:cNvSpPr/>
          <p:nvPr>
            <p:ph idx="2" type="pic"/>
          </p:nvPr>
        </p:nvSpPr>
        <p:spPr>
          <a:xfrm>
            <a:off x="251582" y="0"/>
            <a:ext cx="349310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3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4"/>
          <p:cNvSpPr txBox="1"/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4400"/>
              <a:buFont typeface="Arial"/>
              <a:buNone/>
              <a:defRPr>
                <a:solidFill>
                  <a:srgbClr val="8825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1" type="body"/>
          </p:nvPr>
        </p:nvSpPr>
        <p:spPr>
          <a:xfrm>
            <a:off x="4038600" y="1973943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4"/>
          <p:cNvSpPr/>
          <p:nvPr>
            <p:ph idx="2" type="pic"/>
          </p:nvPr>
        </p:nvSpPr>
        <p:spPr>
          <a:xfrm>
            <a:off x="251582" y="0"/>
            <a:ext cx="349310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34"/>
          <p:cNvSpPr txBox="1"/>
          <p:nvPr>
            <p:ph idx="3" type="body"/>
          </p:nvPr>
        </p:nvSpPr>
        <p:spPr>
          <a:xfrm>
            <a:off x="4038600" y="2554514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4" type="body"/>
          </p:nvPr>
        </p:nvSpPr>
        <p:spPr>
          <a:xfrm>
            <a:off x="4038600" y="3534229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5" type="body"/>
          </p:nvPr>
        </p:nvSpPr>
        <p:spPr>
          <a:xfrm>
            <a:off x="4038600" y="4114800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6" type="body"/>
          </p:nvPr>
        </p:nvSpPr>
        <p:spPr>
          <a:xfrm>
            <a:off x="4038600" y="5116285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7" type="body"/>
          </p:nvPr>
        </p:nvSpPr>
        <p:spPr>
          <a:xfrm>
            <a:off x="4038600" y="5696856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ва объекта">
  <p:cSld name="2_Два объекта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/>
          <p:nvPr/>
        </p:nvSpPr>
        <p:spPr>
          <a:xfrm>
            <a:off x="838200" y="2177143"/>
            <a:ext cx="4925785" cy="4134757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 txBox="1"/>
          <p:nvPr>
            <p:ph type="title"/>
          </p:nvPr>
        </p:nvSpPr>
        <p:spPr>
          <a:xfrm>
            <a:off x="838200" y="313611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/>
          <p:nvPr/>
        </p:nvSpPr>
        <p:spPr>
          <a:xfrm>
            <a:off x="6428015" y="2177143"/>
            <a:ext cx="4925785" cy="4134757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5"/>
          <p:cNvSpPr/>
          <p:nvPr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825E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825E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5"/>
          <p:cNvSpPr/>
          <p:nvPr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5"/>
          <p:cNvSpPr txBox="1"/>
          <p:nvPr>
            <p:ph idx="1" type="body"/>
          </p:nvPr>
        </p:nvSpPr>
        <p:spPr>
          <a:xfrm>
            <a:off x="1094480" y="2846730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5"/>
          <p:cNvSpPr txBox="1"/>
          <p:nvPr>
            <p:ph idx="2" type="body"/>
          </p:nvPr>
        </p:nvSpPr>
        <p:spPr>
          <a:xfrm>
            <a:off x="1094480" y="3670642"/>
            <a:ext cx="4299187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35"/>
          <p:cNvSpPr txBox="1"/>
          <p:nvPr>
            <p:ph idx="3" type="body"/>
          </p:nvPr>
        </p:nvSpPr>
        <p:spPr>
          <a:xfrm>
            <a:off x="6682481" y="2846730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35"/>
          <p:cNvSpPr txBox="1"/>
          <p:nvPr>
            <p:ph idx="4" type="body"/>
          </p:nvPr>
        </p:nvSpPr>
        <p:spPr>
          <a:xfrm>
            <a:off x="6682481" y="3670642"/>
            <a:ext cx="4299187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5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/>
          <p:nvPr/>
        </p:nvSpPr>
        <p:spPr>
          <a:xfrm>
            <a:off x="838200" y="2177143"/>
            <a:ext cx="2979057" cy="4134757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6"/>
          <p:cNvSpPr txBox="1"/>
          <p:nvPr>
            <p:ph type="title"/>
          </p:nvPr>
        </p:nvSpPr>
        <p:spPr>
          <a:xfrm>
            <a:off x="838200" y="3136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/>
          <p:nvPr/>
        </p:nvSpPr>
        <p:spPr>
          <a:xfrm>
            <a:off x="4606471" y="2177143"/>
            <a:ext cx="2979057" cy="4134757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6"/>
          <p:cNvSpPr/>
          <p:nvPr/>
        </p:nvSpPr>
        <p:spPr>
          <a:xfrm>
            <a:off x="8374743" y="2177143"/>
            <a:ext cx="2979057" cy="4134758"/>
          </a:xfrm>
          <a:prstGeom prst="rect">
            <a:avLst/>
          </a:prstGeom>
          <a:solidFill>
            <a:srgbClr val="882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6"/>
          <p:cNvSpPr/>
          <p:nvPr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/>
          <p:nvPr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6"/>
          <p:cNvSpPr/>
          <p:nvPr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1028474" y="2846730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36"/>
          <p:cNvSpPr txBox="1"/>
          <p:nvPr>
            <p:ph idx="2" type="body"/>
          </p:nvPr>
        </p:nvSpPr>
        <p:spPr>
          <a:xfrm>
            <a:off x="1028474" y="3670642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3" type="body"/>
          </p:nvPr>
        </p:nvSpPr>
        <p:spPr>
          <a:xfrm>
            <a:off x="4794931" y="2846730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 txBox="1"/>
          <p:nvPr>
            <p:ph idx="4" type="body"/>
          </p:nvPr>
        </p:nvSpPr>
        <p:spPr>
          <a:xfrm>
            <a:off x="4794931" y="3670642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6"/>
          <p:cNvSpPr txBox="1"/>
          <p:nvPr>
            <p:ph idx="5" type="body"/>
          </p:nvPr>
        </p:nvSpPr>
        <p:spPr>
          <a:xfrm>
            <a:off x="8561388" y="2843667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p36"/>
          <p:cNvSpPr txBox="1"/>
          <p:nvPr>
            <p:ph idx="6" type="body"/>
          </p:nvPr>
        </p:nvSpPr>
        <p:spPr>
          <a:xfrm>
            <a:off x="8561388" y="3667579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6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6"/>
          <p:cNvSpPr txBox="1"/>
          <p:nvPr>
            <p:ph idx="12" type="sldNum"/>
          </p:nvPr>
        </p:nvSpPr>
        <p:spPr>
          <a:xfrm>
            <a:off x="10330249" y="6311900"/>
            <a:ext cx="88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ва объекта">
  <p:cSld name="3_Два объекта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/>
          <p:nvPr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7"/>
          <p:cNvSpPr txBox="1"/>
          <p:nvPr>
            <p:ph type="title"/>
          </p:nvPr>
        </p:nvSpPr>
        <p:spPr>
          <a:xfrm>
            <a:off x="838200" y="568552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7"/>
          <p:cNvSpPr/>
          <p:nvPr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1094480" y="2360275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37"/>
          <p:cNvSpPr txBox="1"/>
          <p:nvPr>
            <p:ph idx="2" type="body"/>
          </p:nvPr>
        </p:nvSpPr>
        <p:spPr>
          <a:xfrm>
            <a:off x="1094480" y="3367320"/>
            <a:ext cx="4299187" cy="3207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7"/>
          <p:cNvSpPr txBox="1"/>
          <p:nvPr>
            <p:ph idx="3" type="body"/>
          </p:nvPr>
        </p:nvSpPr>
        <p:spPr>
          <a:xfrm>
            <a:off x="6682481" y="2360275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7" name="Google Shape;187;p37"/>
          <p:cNvSpPr txBox="1"/>
          <p:nvPr>
            <p:ph idx="4" type="body"/>
          </p:nvPr>
        </p:nvSpPr>
        <p:spPr>
          <a:xfrm>
            <a:off x="6682481" y="3367320"/>
            <a:ext cx="4299187" cy="3207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Два объекта">
  <p:cSld name="4_Два объекта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/>
          <p:nvPr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8"/>
          <p:cNvSpPr txBox="1"/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8"/>
          <p:cNvSpPr/>
          <p:nvPr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8"/>
          <p:cNvSpPr/>
          <p:nvPr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8"/>
          <p:cNvSpPr txBox="1"/>
          <p:nvPr>
            <p:ph idx="1" type="body"/>
          </p:nvPr>
        </p:nvSpPr>
        <p:spPr>
          <a:xfrm>
            <a:off x="1028474" y="2180205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8"/>
          <p:cNvSpPr txBox="1"/>
          <p:nvPr>
            <p:ph idx="2" type="body"/>
          </p:nvPr>
        </p:nvSpPr>
        <p:spPr>
          <a:xfrm>
            <a:off x="1028474" y="3167178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3" type="body"/>
          </p:nvPr>
        </p:nvSpPr>
        <p:spPr>
          <a:xfrm>
            <a:off x="4794931" y="2180205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8"/>
          <p:cNvSpPr txBox="1"/>
          <p:nvPr>
            <p:ph idx="4" type="body"/>
          </p:nvPr>
        </p:nvSpPr>
        <p:spPr>
          <a:xfrm>
            <a:off x="4794931" y="3167178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5" type="body"/>
          </p:nvPr>
        </p:nvSpPr>
        <p:spPr>
          <a:xfrm>
            <a:off x="8561388" y="2177142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8"/>
          <p:cNvSpPr txBox="1"/>
          <p:nvPr>
            <p:ph idx="6" type="body"/>
          </p:nvPr>
        </p:nvSpPr>
        <p:spPr>
          <a:xfrm>
            <a:off x="8561388" y="3164115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Два объекта">
  <p:cSld name="5_Два объекта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/>
          <p:nvPr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9"/>
          <p:cNvSpPr txBox="1"/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9"/>
          <p:cNvSpPr/>
          <p:nvPr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9"/>
          <p:cNvSpPr/>
          <p:nvPr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868816" y="2287134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9"/>
          <p:cNvSpPr txBox="1"/>
          <p:nvPr>
            <p:ph idx="2" type="body"/>
          </p:nvPr>
        </p:nvSpPr>
        <p:spPr>
          <a:xfrm>
            <a:off x="868816" y="3217976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9"/>
          <p:cNvSpPr txBox="1"/>
          <p:nvPr>
            <p:ph idx="3" type="body"/>
          </p:nvPr>
        </p:nvSpPr>
        <p:spPr>
          <a:xfrm>
            <a:off x="3626077" y="2287134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9" name="Google Shape;209;p39"/>
          <p:cNvSpPr txBox="1"/>
          <p:nvPr>
            <p:ph idx="4" type="body"/>
          </p:nvPr>
        </p:nvSpPr>
        <p:spPr>
          <a:xfrm>
            <a:off x="3626077" y="3217976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5" type="body"/>
          </p:nvPr>
        </p:nvSpPr>
        <p:spPr>
          <a:xfrm>
            <a:off x="6372524" y="2284071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9"/>
          <p:cNvSpPr txBox="1"/>
          <p:nvPr>
            <p:ph idx="6" type="body"/>
          </p:nvPr>
        </p:nvSpPr>
        <p:spPr>
          <a:xfrm>
            <a:off x="6372524" y="3214913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9"/>
          <p:cNvSpPr/>
          <p:nvPr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9"/>
          <p:cNvSpPr txBox="1"/>
          <p:nvPr>
            <p:ph idx="7" type="body"/>
          </p:nvPr>
        </p:nvSpPr>
        <p:spPr>
          <a:xfrm>
            <a:off x="9132280" y="2284071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9"/>
          <p:cNvSpPr txBox="1"/>
          <p:nvPr>
            <p:ph idx="8" type="body"/>
          </p:nvPr>
        </p:nvSpPr>
        <p:spPr>
          <a:xfrm>
            <a:off x="9132280" y="3214913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9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Два объекта">
  <p:cSld name="6_Два объекта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/>
          <p:nvPr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0"/>
          <p:cNvSpPr txBox="1"/>
          <p:nvPr>
            <p:ph type="title"/>
          </p:nvPr>
        </p:nvSpPr>
        <p:spPr>
          <a:xfrm>
            <a:off x="838200" y="565488"/>
            <a:ext cx="10409916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0"/>
          <p:cNvSpPr/>
          <p:nvPr>
            <p:ph idx="2" type="pic"/>
          </p:nvPr>
        </p:nvSpPr>
        <p:spPr>
          <a:xfrm>
            <a:off x="1247775" y="2195849"/>
            <a:ext cx="2613025" cy="4106863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0"/>
          <p:cNvSpPr/>
          <p:nvPr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4941660" y="2195849"/>
            <a:ext cx="2613025" cy="4106863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0"/>
          <p:cNvSpPr/>
          <p:nvPr>
            <p:ph idx="4" type="pic"/>
          </p:nvPr>
        </p:nvSpPr>
        <p:spPr>
          <a:xfrm>
            <a:off x="8635091" y="2233834"/>
            <a:ext cx="2613025" cy="4106863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622074" y="2548392"/>
            <a:ext cx="3207656" cy="1600200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1"/>
          <p:cNvSpPr/>
          <p:nvPr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>
            <p:ph idx="2" type="pic"/>
          </p:nvPr>
        </p:nvSpPr>
        <p:spPr>
          <a:xfrm>
            <a:off x="4049487" y="4281488"/>
            <a:ext cx="8142513" cy="2576512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4323217" y="457200"/>
            <a:ext cx="7375297" cy="334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41"/>
          <p:cNvSpPr/>
          <p:nvPr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бъект с подписью">
  <p:cSld name="1_Объект с подписью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622074" y="1633770"/>
            <a:ext cx="3207656" cy="1600200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2"/>
          <p:cNvSpPr/>
          <p:nvPr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2"/>
          <p:cNvSpPr/>
          <p:nvPr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2"/>
          <p:cNvSpPr/>
          <p:nvPr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2"/>
          <p:cNvSpPr/>
          <p:nvPr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4630057" y="1016000"/>
            <a:ext cx="6643997" cy="47299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2"/>
          <p:cNvSpPr/>
          <p:nvPr>
            <p:ph idx="2" type="chart"/>
          </p:nvPr>
        </p:nvSpPr>
        <p:spPr>
          <a:xfrm>
            <a:off x="4746625" y="1146175"/>
            <a:ext cx="6421438" cy="439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622074" y="3478675"/>
            <a:ext cx="3207656" cy="1745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42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Объект с подписью">
  <p:cSld name="2_Объект с подписью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975666" y="840014"/>
            <a:ext cx="6455648" cy="1131796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/>
          <p:nvPr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3"/>
          <p:cNvSpPr/>
          <p:nvPr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3"/>
          <p:cNvSpPr/>
          <p:nvPr>
            <p:ph idx="2" type="chart"/>
          </p:nvPr>
        </p:nvSpPr>
        <p:spPr>
          <a:xfrm>
            <a:off x="975666" y="2278742"/>
            <a:ext cx="10110039" cy="2959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43"/>
          <p:cNvSpPr/>
          <p:nvPr>
            <p:ph idx="3" type="pic"/>
          </p:nvPr>
        </p:nvSpPr>
        <p:spPr>
          <a:xfrm>
            <a:off x="0" y="5545138"/>
            <a:ext cx="10609263" cy="1312862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3"/>
          <p:cNvSpPr/>
          <p:nvPr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3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раздела">
  <p:cSld name="3_Заголовок раздела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1124531" y="524933"/>
            <a:ext cx="3650668" cy="2051579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4"/>
          <p:cNvSpPr/>
          <p:nvPr>
            <p:ph idx="2" type="pic"/>
          </p:nvPr>
        </p:nvSpPr>
        <p:spPr>
          <a:xfrm>
            <a:off x="1337676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44"/>
          <p:cNvSpPr/>
          <p:nvPr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4"/>
          <p:cNvSpPr/>
          <p:nvPr>
            <p:ph idx="3" type="pic"/>
          </p:nvPr>
        </p:nvSpPr>
        <p:spPr>
          <a:xfrm>
            <a:off x="4955784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4"/>
          <p:cNvSpPr/>
          <p:nvPr>
            <p:ph idx="4" type="pic"/>
          </p:nvPr>
        </p:nvSpPr>
        <p:spPr>
          <a:xfrm>
            <a:off x="8573892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4"/>
          <p:cNvSpPr txBox="1"/>
          <p:nvPr>
            <p:ph idx="1" type="body"/>
          </p:nvPr>
        </p:nvSpPr>
        <p:spPr>
          <a:xfrm>
            <a:off x="1775130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1" name="Google Shape;261;p44"/>
          <p:cNvSpPr txBox="1"/>
          <p:nvPr>
            <p:ph idx="5" type="body"/>
          </p:nvPr>
        </p:nvSpPr>
        <p:spPr>
          <a:xfrm>
            <a:off x="5393238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2" name="Google Shape;262;p44"/>
          <p:cNvSpPr txBox="1"/>
          <p:nvPr>
            <p:ph idx="6" type="body"/>
          </p:nvPr>
        </p:nvSpPr>
        <p:spPr>
          <a:xfrm>
            <a:off x="9011346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3" name="Google Shape;263;p44"/>
          <p:cNvSpPr/>
          <p:nvPr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4"/>
          <p:cNvSpPr/>
          <p:nvPr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4"/>
          <p:cNvSpPr/>
          <p:nvPr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4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равнение">
  <p:cSld name="1_Сравнение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/>
          <p:nvPr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5"/>
          <p:cNvSpPr/>
          <p:nvPr>
            <p:ph idx="2" type="pic"/>
          </p:nvPr>
        </p:nvSpPr>
        <p:spPr>
          <a:xfrm>
            <a:off x="7284813" y="1"/>
            <a:ext cx="4907187" cy="29464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45"/>
          <p:cNvSpPr/>
          <p:nvPr>
            <p:ph idx="3" type="pic"/>
          </p:nvPr>
        </p:nvSpPr>
        <p:spPr>
          <a:xfrm>
            <a:off x="7284812" y="2946401"/>
            <a:ext cx="4907187" cy="2452913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5"/>
          <p:cNvSpPr/>
          <p:nvPr>
            <p:ph idx="4" type="pic"/>
          </p:nvPr>
        </p:nvSpPr>
        <p:spPr>
          <a:xfrm>
            <a:off x="7284813" y="5399314"/>
            <a:ext cx="4907187" cy="1458686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596673" y="2061029"/>
            <a:ext cx="6079897" cy="428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>
                <a:solidFill>
                  <a:srgbClr val="26262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 sz="2000">
                <a:solidFill>
                  <a:srgbClr val="262626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 sz="1800">
                <a:solidFill>
                  <a:srgbClr val="262626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>
                <a:solidFill>
                  <a:srgbClr val="262626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3" name="Google Shape;273;p45"/>
          <p:cNvSpPr txBox="1"/>
          <p:nvPr>
            <p:ph type="title"/>
          </p:nvPr>
        </p:nvSpPr>
        <p:spPr>
          <a:xfrm>
            <a:off x="596673" y="560009"/>
            <a:ext cx="5552039" cy="120226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5"/>
          <p:cNvSpPr/>
          <p:nvPr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5"/>
          <p:cNvSpPr/>
          <p:nvPr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5"/>
          <p:cNvSpPr/>
          <p:nvPr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5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равнение">
  <p:cSld name="2_Сравнение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/>
          <p:nvPr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/>
          <p:nvPr>
            <p:ph idx="2" type="pic"/>
          </p:nvPr>
        </p:nvSpPr>
        <p:spPr>
          <a:xfrm>
            <a:off x="0" y="1"/>
            <a:ext cx="10885488" cy="3468914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6"/>
          <p:cNvSpPr/>
          <p:nvPr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 txBox="1"/>
          <p:nvPr>
            <p:ph idx="1" type="body"/>
          </p:nvPr>
        </p:nvSpPr>
        <p:spPr>
          <a:xfrm>
            <a:off x="812799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3" name="Google Shape;283;p46"/>
          <p:cNvSpPr/>
          <p:nvPr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6"/>
          <p:cNvSpPr txBox="1"/>
          <p:nvPr>
            <p:ph idx="3" type="body"/>
          </p:nvPr>
        </p:nvSpPr>
        <p:spPr>
          <a:xfrm>
            <a:off x="3969655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5" name="Google Shape;285;p46"/>
          <p:cNvSpPr/>
          <p:nvPr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6"/>
          <p:cNvSpPr txBox="1"/>
          <p:nvPr>
            <p:ph idx="4" type="body"/>
          </p:nvPr>
        </p:nvSpPr>
        <p:spPr>
          <a:xfrm>
            <a:off x="7126511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7" name="Google Shape;287;p46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равнение">
  <p:cSld name="3_Сравнение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/>
          <p:nvPr>
            <p:ph idx="2" type="pic"/>
          </p:nvPr>
        </p:nvSpPr>
        <p:spPr>
          <a:xfrm>
            <a:off x="10733" y="2815771"/>
            <a:ext cx="1874895" cy="3119408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7"/>
          <p:cNvSpPr txBox="1"/>
          <p:nvPr>
            <p:ph type="title"/>
          </p:nvPr>
        </p:nvSpPr>
        <p:spPr>
          <a:xfrm>
            <a:off x="596674" y="944010"/>
            <a:ext cx="4918756" cy="120226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7"/>
          <p:cNvSpPr/>
          <p:nvPr/>
        </p:nvSpPr>
        <p:spPr>
          <a:xfrm>
            <a:off x="5788813" y="0"/>
            <a:ext cx="573314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6096001" y="560009"/>
            <a:ext cx="5016820" cy="5782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4" name="Google Shape;294;p47"/>
          <p:cNvSpPr/>
          <p:nvPr>
            <p:ph idx="3" type="pic"/>
          </p:nvPr>
        </p:nvSpPr>
        <p:spPr>
          <a:xfrm>
            <a:off x="1903979" y="2815771"/>
            <a:ext cx="1986803" cy="3119408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7"/>
          <p:cNvSpPr/>
          <p:nvPr>
            <p:ph idx="4" type="pic"/>
          </p:nvPr>
        </p:nvSpPr>
        <p:spPr>
          <a:xfrm>
            <a:off x="3902350" y="2815771"/>
            <a:ext cx="1874895" cy="3119408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7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равнение">
  <p:cSld name="4_Сравнение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>
            <p:ph idx="2" type="pic"/>
          </p:nvPr>
        </p:nvSpPr>
        <p:spPr>
          <a:xfrm>
            <a:off x="5413829" y="0"/>
            <a:ext cx="6778171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48"/>
          <p:cNvSpPr txBox="1"/>
          <p:nvPr>
            <p:ph type="title"/>
          </p:nvPr>
        </p:nvSpPr>
        <p:spPr>
          <a:xfrm>
            <a:off x="4107542" y="1156202"/>
            <a:ext cx="3483429" cy="202354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8"/>
          <p:cNvSpPr txBox="1"/>
          <p:nvPr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/>
          </a:p>
        </p:txBody>
      </p:sp>
      <p:sp>
        <p:nvSpPr>
          <p:cNvPr id="301" name="Google Shape;301;p48"/>
          <p:cNvSpPr txBox="1"/>
          <p:nvPr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/>
          </a:p>
        </p:txBody>
      </p:sp>
      <p:sp>
        <p:nvSpPr>
          <p:cNvPr id="302" name="Google Shape;302;p48"/>
          <p:cNvSpPr txBox="1"/>
          <p:nvPr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/>
          </a:p>
        </p:txBody>
      </p:sp>
      <p:sp>
        <p:nvSpPr>
          <p:cNvPr id="303" name="Google Shape;303;p48"/>
          <p:cNvSpPr txBox="1"/>
          <p:nvPr/>
        </p:nvSpPr>
        <p:spPr>
          <a:xfrm>
            <a:off x="631045" y="2039934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ru-RU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Образец заголовка</a:t>
            </a:r>
            <a:endParaRPr/>
          </a:p>
        </p:txBody>
      </p:sp>
      <p:sp>
        <p:nvSpPr>
          <p:cNvPr id="304" name="Google Shape;304;p48"/>
          <p:cNvSpPr/>
          <p:nvPr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8"/>
          <p:cNvSpPr/>
          <p:nvPr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/>
          <p:nvPr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8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равнение">
  <p:cSld name="5_Сравнение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9"/>
          <p:cNvSpPr txBox="1"/>
          <p:nvPr>
            <p:ph type="title"/>
          </p:nvPr>
        </p:nvSpPr>
        <p:spPr>
          <a:xfrm>
            <a:off x="596673" y="560009"/>
            <a:ext cx="10884127" cy="120226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9"/>
          <p:cNvSpPr/>
          <p:nvPr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9"/>
          <p:cNvSpPr/>
          <p:nvPr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9"/>
          <p:cNvSpPr/>
          <p:nvPr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9"/>
          <p:cNvSpPr/>
          <p:nvPr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1112255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6" name="Google Shape;316;p49"/>
          <p:cNvSpPr/>
          <p:nvPr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9"/>
          <p:cNvSpPr txBox="1"/>
          <p:nvPr>
            <p:ph idx="2" type="body"/>
          </p:nvPr>
        </p:nvSpPr>
        <p:spPr>
          <a:xfrm>
            <a:off x="4777112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8" name="Google Shape;318;p49"/>
          <p:cNvSpPr/>
          <p:nvPr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9"/>
          <p:cNvSpPr txBox="1"/>
          <p:nvPr>
            <p:ph idx="3" type="body"/>
          </p:nvPr>
        </p:nvSpPr>
        <p:spPr>
          <a:xfrm>
            <a:off x="8441969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0" name="Google Shape;320;p49"/>
          <p:cNvSpPr/>
          <p:nvPr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9"/>
          <p:cNvSpPr/>
          <p:nvPr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9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равнение">
  <p:cSld name="6_Сравнение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0"/>
          <p:cNvSpPr txBox="1"/>
          <p:nvPr>
            <p:ph type="title"/>
          </p:nvPr>
        </p:nvSpPr>
        <p:spPr>
          <a:xfrm>
            <a:off x="596673" y="560009"/>
            <a:ext cx="10884127" cy="120226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0"/>
          <p:cNvSpPr/>
          <p:nvPr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0"/>
          <p:cNvSpPr/>
          <p:nvPr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0"/>
          <p:cNvSpPr/>
          <p:nvPr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0"/>
          <p:cNvSpPr txBox="1"/>
          <p:nvPr>
            <p:ph idx="1" type="body"/>
          </p:nvPr>
        </p:nvSpPr>
        <p:spPr>
          <a:xfrm>
            <a:off x="1112255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0" name="Google Shape;330;p50"/>
          <p:cNvSpPr txBox="1"/>
          <p:nvPr>
            <p:ph idx="2" type="body"/>
          </p:nvPr>
        </p:nvSpPr>
        <p:spPr>
          <a:xfrm>
            <a:off x="4777112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1" name="Google Shape;331;p50"/>
          <p:cNvSpPr txBox="1"/>
          <p:nvPr>
            <p:ph idx="3" type="body"/>
          </p:nvPr>
        </p:nvSpPr>
        <p:spPr>
          <a:xfrm>
            <a:off x="8441969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2" name="Google Shape;332;p50"/>
          <p:cNvSpPr/>
          <p:nvPr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0"/>
          <p:cNvSpPr/>
          <p:nvPr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0"/>
          <p:cNvSpPr/>
          <p:nvPr>
            <p:ph idx="4" type="pic"/>
          </p:nvPr>
        </p:nvSpPr>
        <p:spPr>
          <a:xfrm>
            <a:off x="1458330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50"/>
          <p:cNvSpPr/>
          <p:nvPr>
            <p:ph idx="5" type="pic"/>
          </p:nvPr>
        </p:nvSpPr>
        <p:spPr>
          <a:xfrm>
            <a:off x="5123187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0"/>
          <p:cNvSpPr/>
          <p:nvPr>
            <p:ph idx="6" type="pic"/>
          </p:nvPr>
        </p:nvSpPr>
        <p:spPr>
          <a:xfrm>
            <a:off x="8788044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50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Сравнение">
  <p:cSld name="7_Сравнение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/>
          <p:nvPr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1"/>
          <p:cNvSpPr/>
          <p:nvPr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1"/>
          <p:cNvSpPr/>
          <p:nvPr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1"/>
          <p:cNvSpPr txBox="1"/>
          <p:nvPr>
            <p:ph type="title"/>
          </p:nvPr>
        </p:nvSpPr>
        <p:spPr>
          <a:xfrm>
            <a:off x="596673" y="734181"/>
            <a:ext cx="10884127" cy="1202267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51"/>
          <p:cNvSpPr txBox="1"/>
          <p:nvPr>
            <p:ph idx="1" type="body"/>
          </p:nvPr>
        </p:nvSpPr>
        <p:spPr>
          <a:xfrm>
            <a:off x="1112255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4" name="Google Shape;344;p51"/>
          <p:cNvSpPr txBox="1"/>
          <p:nvPr>
            <p:ph idx="2" type="body"/>
          </p:nvPr>
        </p:nvSpPr>
        <p:spPr>
          <a:xfrm>
            <a:off x="4777112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5" name="Google Shape;345;p51"/>
          <p:cNvSpPr txBox="1"/>
          <p:nvPr>
            <p:ph idx="3" type="body"/>
          </p:nvPr>
        </p:nvSpPr>
        <p:spPr>
          <a:xfrm>
            <a:off x="8441969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6" name="Google Shape;346;p51"/>
          <p:cNvSpPr/>
          <p:nvPr>
            <p:ph idx="4" type="pic"/>
          </p:nvPr>
        </p:nvSpPr>
        <p:spPr>
          <a:xfrm>
            <a:off x="1458330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51"/>
          <p:cNvSpPr/>
          <p:nvPr>
            <p:ph idx="5" type="pic"/>
          </p:nvPr>
        </p:nvSpPr>
        <p:spPr>
          <a:xfrm>
            <a:off x="5123187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1"/>
          <p:cNvSpPr/>
          <p:nvPr>
            <p:ph idx="6" type="pic"/>
          </p:nvPr>
        </p:nvSpPr>
        <p:spPr>
          <a:xfrm>
            <a:off x="8788044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1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Сравнение">
  <p:cSld name="8_Сравнение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/>
          <p:nvPr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2"/>
          <p:cNvSpPr txBox="1"/>
          <p:nvPr>
            <p:ph idx="1" type="body"/>
          </p:nvPr>
        </p:nvSpPr>
        <p:spPr>
          <a:xfrm>
            <a:off x="471763" y="1931068"/>
            <a:ext cx="5166988" cy="610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3" name="Google Shape;353;p52"/>
          <p:cNvSpPr/>
          <p:nvPr>
            <p:ph idx="2" type="pic"/>
          </p:nvPr>
        </p:nvSpPr>
        <p:spPr>
          <a:xfrm>
            <a:off x="6110514" y="0"/>
            <a:ext cx="6081486" cy="3473599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2"/>
          <p:cNvSpPr/>
          <p:nvPr>
            <p:ph idx="3" type="pic"/>
          </p:nvPr>
        </p:nvSpPr>
        <p:spPr>
          <a:xfrm>
            <a:off x="0" y="3473599"/>
            <a:ext cx="6110514" cy="3473599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2"/>
          <p:cNvSpPr/>
          <p:nvPr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2"/>
          <p:cNvSpPr txBox="1"/>
          <p:nvPr>
            <p:ph idx="4" type="body"/>
          </p:nvPr>
        </p:nvSpPr>
        <p:spPr>
          <a:xfrm>
            <a:off x="471763" y="998612"/>
            <a:ext cx="516698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7" name="Google Shape;357;p52"/>
          <p:cNvSpPr txBox="1"/>
          <p:nvPr>
            <p:ph idx="5" type="body"/>
          </p:nvPr>
        </p:nvSpPr>
        <p:spPr>
          <a:xfrm>
            <a:off x="6582277" y="5371590"/>
            <a:ext cx="5166988" cy="610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8" name="Google Shape;358;p52"/>
          <p:cNvSpPr txBox="1"/>
          <p:nvPr>
            <p:ph idx="6" type="body"/>
          </p:nvPr>
        </p:nvSpPr>
        <p:spPr>
          <a:xfrm>
            <a:off x="6582277" y="4439134"/>
            <a:ext cx="516698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9" name="Google Shape;359;p52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6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13611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12.jpg"/><Relationship Id="rId5" Type="http://schemas.openxmlformats.org/officeDocument/2006/relationships/image" Target="../media/image3.png"/><Relationship Id="rId6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jpg"/><Relationship Id="rId4" Type="http://schemas.openxmlformats.org/officeDocument/2006/relationships/image" Target="../media/image35.jpg"/><Relationship Id="rId5" Type="http://schemas.openxmlformats.org/officeDocument/2006/relationships/image" Target="../media/image22.jp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jpg"/><Relationship Id="rId4" Type="http://schemas.openxmlformats.org/officeDocument/2006/relationships/image" Target="../media/image59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41.png"/><Relationship Id="rId5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51.png"/><Relationship Id="rId22" Type="http://schemas.openxmlformats.org/officeDocument/2006/relationships/image" Target="../media/image53.png"/><Relationship Id="rId21" Type="http://schemas.openxmlformats.org/officeDocument/2006/relationships/slide" Target="/ppt/slides/slide10.xml"/><Relationship Id="rId24" Type="http://schemas.openxmlformats.org/officeDocument/2006/relationships/image" Target="../media/image50.png"/><Relationship Id="rId23" Type="http://schemas.openxmlformats.org/officeDocument/2006/relationships/slide" Target="/ppt/slides/slide11.xml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1.xml"/><Relationship Id="rId4" Type="http://schemas.openxmlformats.org/officeDocument/2006/relationships/image" Target="../media/image58.png"/><Relationship Id="rId9" Type="http://schemas.openxmlformats.org/officeDocument/2006/relationships/slide" Target="/ppt/slides/slide4.xml"/><Relationship Id="rId26" Type="http://schemas.openxmlformats.org/officeDocument/2006/relationships/image" Target="../media/image57.png"/><Relationship Id="rId25" Type="http://schemas.openxmlformats.org/officeDocument/2006/relationships/slide" Target="/ppt/slides/slide12.xml"/><Relationship Id="rId28" Type="http://schemas.openxmlformats.org/officeDocument/2006/relationships/image" Target="../media/image44.png"/><Relationship Id="rId27" Type="http://schemas.openxmlformats.org/officeDocument/2006/relationships/slide" Target="/ppt/slides/slide13.xml"/><Relationship Id="rId5" Type="http://schemas.openxmlformats.org/officeDocument/2006/relationships/slide" Target="/ppt/slides/slide2.xml"/><Relationship Id="rId6" Type="http://schemas.openxmlformats.org/officeDocument/2006/relationships/image" Target="../media/image33.png"/><Relationship Id="rId29" Type="http://schemas.openxmlformats.org/officeDocument/2006/relationships/slide" Target="/ppt/slides/slide14.xml"/><Relationship Id="rId7" Type="http://schemas.openxmlformats.org/officeDocument/2006/relationships/slide" Target="/ppt/slides/slide3.xml"/><Relationship Id="rId8" Type="http://schemas.openxmlformats.org/officeDocument/2006/relationships/image" Target="../media/image42.png"/><Relationship Id="rId31" Type="http://schemas.openxmlformats.org/officeDocument/2006/relationships/slide" Target="/ppt/slides/slide15.xml"/><Relationship Id="rId30" Type="http://schemas.openxmlformats.org/officeDocument/2006/relationships/image" Target="../media/image47.png"/><Relationship Id="rId11" Type="http://schemas.openxmlformats.org/officeDocument/2006/relationships/slide" Target="/ppt/slides/slide5.xml"/><Relationship Id="rId33" Type="http://schemas.openxmlformats.org/officeDocument/2006/relationships/slide" Target="/ppt/slides/slide16.xml"/><Relationship Id="rId10" Type="http://schemas.openxmlformats.org/officeDocument/2006/relationships/image" Target="../media/image43.png"/><Relationship Id="rId32" Type="http://schemas.openxmlformats.org/officeDocument/2006/relationships/image" Target="../media/image49.png"/><Relationship Id="rId13" Type="http://schemas.openxmlformats.org/officeDocument/2006/relationships/slide" Target="/ppt/slides/slide6.xml"/><Relationship Id="rId35" Type="http://schemas.openxmlformats.org/officeDocument/2006/relationships/slide" Target="/ppt/slides/slide17.xml"/><Relationship Id="rId12" Type="http://schemas.openxmlformats.org/officeDocument/2006/relationships/image" Target="../media/image36.png"/><Relationship Id="rId34" Type="http://schemas.openxmlformats.org/officeDocument/2006/relationships/image" Target="../media/image55.png"/><Relationship Id="rId15" Type="http://schemas.openxmlformats.org/officeDocument/2006/relationships/slide" Target="/ppt/slides/slide7.xml"/><Relationship Id="rId37" Type="http://schemas.openxmlformats.org/officeDocument/2006/relationships/slide" Target="/ppt/slides/slide18.xml"/><Relationship Id="rId14" Type="http://schemas.openxmlformats.org/officeDocument/2006/relationships/image" Target="../media/image37.png"/><Relationship Id="rId36" Type="http://schemas.openxmlformats.org/officeDocument/2006/relationships/image" Target="../media/image54.png"/><Relationship Id="rId17" Type="http://schemas.openxmlformats.org/officeDocument/2006/relationships/slide" Target="/ppt/slides/slide8.xml"/><Relationship Id="rId16" Type="http://schemas.openxmlformats.org/officeDocument/2006/relationships/image" Target="../media/image45.png"/><Relationship Id="rId38" Type="http://schemas.openxmlformats.org/officeDocument/2006/relationships/image" Target="../media/image48.png"/><Relationship Id="rId19" Type="http://schemas.openxmlformats.org/officeDocument/2006/relationships/slide" Target="/ppt/slides/slide9.xml"/><Relationship Id="rId18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"/>
          <p:cNvSpPr txBox="1"/>
          <p:nvPr>
            <p:ph type="ctrTitle"/>
          </p:nvPr>
        </p:nvSpPr>
        <p:spPr>
          <a:xfrm>
            <a:off x="1243207" y="2024376"/>
            <a:ext cx="9144000" cy="1668284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ru-RU" sz="4000"/>
              <a:t>Разработка мобильного</a:t>
            </a:r>
            <a:br>
              <a:rPr b="1" lang="ru-RU" sz="4000"/>
            </a:br>
            <a:r>
              <a:rPr b="1" lang="ru-RU" sz="4000"/>
              <a:t>приложения «Планировщик романов»</a:t>
            </a:r>
            <a:endParaRPr/>
          </a:p>
        </p:txBody>
      </p:sp>
      <p:sp>
        <p:nvSpPr>
          <p:cNvPr id="365" name="Google Shape;365;p1"/>
          <p:cNvSpPr txBox="1"/>
          <p:nvPr>
            <p:ph idx="1" type="subTitle"/>
          </p:nvPr>
        </p:nvSpPr>
        <p:spPr>
          <a:xfrm>
            <a:off x="1243208" y="4019146"/>
            <a:ext cx="3129288" cy="166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ru-RU">
                <a:solidFill>
                  <a:schemeClr val="lt1"/>
                </a:solidFill>
              </a:rPr>
              <a:t>Работу выполнила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студентка ИТХ-1-2021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Воробьева Дарья</a:t>
            </a:r>
            <a:endParaRPr/>
          </a:p>
        </p:txBody>
      </p:sp>
      <p:sp>
        <p:nvSpPr>
          <p:cNvPr id="366" name="Google Shape;366;p1"/>
          <p:cNvSpPr txBox="1"/>
          <p:nvPr/>
        </p:nvSpPr>
        <p:spPr>
          <a:xfrm>
            <a:off x="6096000" y="4013489"/>
            <a:ext cx="5104944" cy="166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старший преподаватель института компьютерных наук и технологий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ru-RU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Кнутова Наталия Сергеевна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"/>
          <p:cNvSpPr txBox="1"/>
          <p:nvPr>
            <p:ph type="title"/>
          </p:nvPr>
        </p:nvSpPr>
        <p:spPr>
          <a:xfrm>
            <a:off x="1274443" y="935960"/>
            <a:ext cx="2186421" cy="6388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Объект:</a:t>
            </a:r>
            <a:endParaRPr/>
          </a:p>
        </p:txBody>
      </p:sp>
      <p:sp>
        <p:nvSpPr>
          <p:cNvPr id="372" name="Google Shape;372;p2"/>
          <p:cNvSpPr txBox="1"/>
          <p:nvPr>
            <p:ph idx="1" type="body"/>
          </p:nvPr>
        </p:nvSpPr>
        <p:spPr>
          <a:xfrm>
            <a:off x="3990110" y="765097"/>
            <a:ext cx="7581206" cy="980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мобильное приложение «Планировщик романов»,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предназначенное для писателей</a:t>
            </a:r>
            <a:endParaRPr/>
          </a:p>
        </p:txBody>
      </p:sp>
      <p:sp>
        <p:nvSpPr>
          <p:cNvPr id="373" name="Google Shape;373;p2"/>
          <p:cNvSpPr txBox="1"/>
          <p:nvPr/>
        </p:nvSpPr>
        <p:spPr>
          <a:xfrm>
            <a:off x="1274443" y="4555764"/>
            <a:ext cx="2186421" cy="6388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 sz="4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Цель:</a:t>
            </a:r>
            <a:endParaRPr sz="4400">
              <a:solidFill>
                <a:srgbClr val="8825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"/>
          <p:cNvSpPr txBox="1"/>
          <p:nvPr/>
        </p:nvSpPr>
        <p:spPr>
          <a:xfrm>
            <a:off x="1274443" y="2745862"/>
            <a:ext cx="2186421" cy="6388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 sz="4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Предмет:</a:t>
            </a:r>
            <a:endParaRPr sz="4400">
              <a:solidFill>
                <a:srgbClr val="8825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"/>
          <p:cNvSpPr txBox="1"/>
          <p:nvPr/>
        </p:nvSpPr>
        <p:spPr>
          <a:xfrm>
            <a:off x="3990110" y="2423100"/>
            <a:ext cx="7581206" cy="128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процесс создания и развития персонажей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художественных произведениях с использованием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мобильного приложения «Планировщик романов»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"/>
          <p:cNvSpPr txBox="1"/>
          <p:nvPr/>
        </p:nvSpPr>
        <p:spPr>
          <a:xfrm>
            <a:off x="3990110" y="4081104"/>
            <a:ext cx="7581206" cy="158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разработка мобильного приложения «Планировщик романов» для создания и развития персонажей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художественных произведениях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2/20</a:t>
            </a:r>
            <a:endParaRPr/>
          </a:p>
        </p:txBody>
      </p:sp>
      <p:sp>
        <p:nvSpPr>
          <p:cNvPr id="378" name="Google Shape;378;p2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384" name="Google Shape;38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/>
              <a:t>Задачи</a:t>
            </a:r>
            <a:endParaRPr/>
          </a:p>
        </p:txBody>
      </p:sp>
      <p:sp>
        <p:nvSpPr>
          <p:cNvPr id="385" name="Google Shape;385;p3"/>
          <p:cNvSpPr txBox="1"/>
          <p:nvPr>
            <p:ph idx="1" type="body"/>
          </p:nvPr>
        </p:nvSpPr>
        <p:spPr>
          <a:xfrm>
            <a:off x="838200" y="1851025"/>
            <a:ext cx="10515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1.	Постановка требований к приложению.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2.	Выбор средств разработки.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3.	Проектирование мобильного приложения с учетом требований.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4.	Разработка мобильного приложения.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5.	Тестирование и оценка эффективности.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6.	Представление завершенной работы.</a:t>
            </a:r>
            <a:endParaRPr/>
          </a:p>
        </p:txBody>
      </p:sp>
      <p:sp>
        <p:nvSpPr>
          <p:cNvPr id="386" name="Google Shape;386;p3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3/20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"/>
          <p:cNvSpPr txBox="1"/>
          <p:nvPr>
            <p:ph type="title"/>
          </p:nvPr>
        </p:nvSpPr>
        <p:spPr>
          <a:xfrm>
            <a:off x="1124531" y="524934"/>
            <a:ext cx="9761058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Функциональные требования</a:t>
            </a:r>
            <a:endParaRPr/>
          </a:p>
        </p:txBody>
      </p:sp>
      <p:sp>
        <p:nvSpPr>
          <p:cNvPr id="392" name="Google Shape;392;p4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393" name="Google Shape;393;p4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Редактор персонажей (внешность, личность, биография).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Связи между персонажами (схемы, семейные древа).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Таймлайн событий.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Совместная работа (соавторство).</a:t>
            </a:r>
            <a:endParaRPr/>
          </a:p>
        </p:txBody>
      </p:sp>
      <p:pic>
        <p:nvPicPr>
          <p:cNvPr id="394" name="Google Shape;3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131" y="5284460"/>
            <a:ext cx="507936" cy="4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0905" y="5282465"/>
            <a:ext cx="507936" cy="4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6732" y="5282465"/>
            <a:ext cx="507936" cy="4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2559" y="5282465"/>
            <a:ext cx="507936" cy="495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4/20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"/>
          <p:cNvSpPr txBox="1"/>
          <p:nvPr>
            <p:ph type="title"/>
          </p:nvPr>
        </p:nvSpPr>
        <p:spPr>
          <a:xfrm>
            <a:off x="1124531" y="524934"/>
            <a:ext cx="9761058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Нефункциональные требования</a:t>
            </a:r>
            <a:endParaRPr/>
          </a:p>
        </p:txBody>
      </p:sp>
      <p:sp>
        <p:nvSpPr>
          <p:cNvPr id="404" name="Google Shape;404;p5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05" name="Google Shape;405;p5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Интуитивный интерфейс.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Кроссплатформенность.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Быстродействие, офлайн-доступ.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Безопасность и шифрование.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Хранение данных локально и на сервере.</a:t>
            </a:r>
            <a:endParaRPr/>
          </a:p>
        </p:txBody>
      </p:sp>
      <p:pic>
        <p:nvPicPr>
          <p:cNvPr id="406" name="Google Shape;4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2446" y="3288755"/>
            <a:ext cx="520635" cy="52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5091" y="4509724"/>
            <a:ext cx="495343" cy="52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5091" y="2059776"/>
            <a:ext cx="520635" cy="52864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5/20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"/>
          <p:cNvSpPr txBox="1"/>
          <p:nvPr>
            <p:ph type="title"/>
          </p:nvPr>
        </p:nvSpPr>
        <p:spPr>
          <a:xfrm>
            <a:off x="838200" y="3136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/>
              <a:t>Выбор средств разработки</a:t>
            </a:r>
            <a:endParaRPr/>
          </a:p>
        </p:txBody>
      </p:sp>
      <p:sp>
        <p:nvSpPr>
          <p:cNvPr id="415" name="Google Shape;415;p6"/>
          <p:cNvSpPr txBox="1"/>
          <p:nvPr>
            <p:ph idx="1" type="body"/>
          </p:nvPr>
        </p:nvSpPr>
        <p:spPr>
          <a:xfrm>
            <a:off x="1450109" y="1948872"/>
            <a:ext cx="1016000" cy="7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2000"/>
              <a:buNone/>
            </a:pPr>
            <a:r>
              <a:rPr lang="ru-RU" sz="2000">
                <a:solidFill>
                  <a:srgbClr val="8825EA"/>
                </a:solidFill>
              </a:rPr>
              <a:t>Клиент</a:t>
            </a:r>
            <a:endParaRPr/>
          </a:p>
        </p:txBody>
      </p:sp>
      <p:sp>
        <p:nvSpPr>
          <p:cNvPr id="416" name="Google Shape;416;p6"/>
          <p:cNvSpPr txBox="1"/>
          <p:nvPr>
            <p:ph idx="2" type="body"/>
          </p:nvPr>
        </p:nvSpPr>
        <p:spPr>
          <a:xfrm>
            <a:off x="879630" y="3076866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Xamarin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C#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7" name="Google Shape;417;p6"/>
          <p:cNvSpPr txBox="1"/>
          <p:nvPr>
            <p:ph idx="4" type="body"/>
          </p:nvPr>
        </p:nvSpPr>
        <p:spPr>
          <a:xfrm>
            <a:off x="3639386" y="3076865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ASP.NET Core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C#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REST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8" name="Google Shape;418;p6"/>
          <p:cNvSpPr txBox="1"/>
          <p:nvPr>
            <p:ph idx="6" type="body"/>
          </p:nvPr>
        </p:nvSpPr>
        <p:spPr>
          <a:xfrm>
            <a:off x="6358779" y="3096080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Серверная: MS SQL Server 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Локальная: SQLite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9" name="Google Shape;419;p6"/>
          <p:cNvSpPr txBox="1"/>
          <p:nvPr>
            <p:ph idx="8" type="body"/>
          </p:nvPr>
        </p:nvSpPr>
        <p:spPr>
          <a:xfrm>
            <a:off x="9118535" y="3096080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Cloud.ru Advanced</a:t>
            </a:r>
            <a:endParaRPr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>
                <a:solidFill>
                  <a:schemeClr val="lt1"/>
                </a:solidFill>
              </a:rPr>
              <a:t>Docker контейнеры</a:t>
            </a:r>
            <a:endParaRPr/>
          </a:p>
        </p:txBody>
      </p:sp>
      <p:sp>
        <p:nvSpPr>
          <p:cNvPr id="420" name="Google Shape;420;p6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21" name="Google Shape;421;p6"/>
          <p:cNvSpPr txBox="1"/>
          <p:nvPr/>
        </p:nvSpPr>
        <p:spPr>
          <a:xfrm>
            <a:off x="4218764" y="1897578"/>
            <a:ext cx="1016000" cy="7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Сервер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6987419" y="1897579"/>
            <a:ext cx="1016000" cy="7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БД</a:t>
            </a:r>
            <a:endParaRPr/>
          </a:p>
        </p:txBody>
      </p:sp>
      <p:sp>
        <p:nvSpPr>
          <p:cNvPr id="423" name="Google Shape;423;p6"/>
          <p:cNvSpPr txBox="1"/>
          <p:nvPr/>
        </p:nvSpPr>
        <p:spPr>
          <a:xfrm>
            <a:off x="9696375" y="1897579"/>
            <a:ext cx="1117600" cy="7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Хостинг</a:t>
            </a:r>
            <a:endParaRPr/>
          </a:p>
        </p:txBody>
      </p:sp>
      <p:sp>
        <p:nvSpPr>
          <p:cNvPr id="424" name="Google Shape;424;p6"/>
          <p:cNvSpPr txBox="1"/>
          <p:nvPr/>
        </p:nvSpPr>
        <p:spPr>
          <a:xfrm>
            <a:off x="11083636" y="6263629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6/20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"/>
          <p:cNvSpPr txBox="1"/>
          <p:nvPr>
            <p:ph type="title"/>
          </p:nvPr>
        </p:nvSpPr>
        <p:spPr>
          <a:xfrm>
            <a:off x="1124530" y="524934"/>
            <a:ext cx="9761057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Проектирование бизнес-логики</a:t>
            </a:r>
            <a:endParaRPr/>
          </a:p>
        </p:txBody>
      </p:sp>
      <p:sp>
        <p:nvSpPr>
          <p:cNvPr id="430" name="Google Shape;430;p7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31" name="Google Shape;431;p7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32" name="Google Shape;4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732" y="2661732"/>
            <a:ext cx="7913855" cy="329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7657" y="1622425"/>
            <a:ext cx="4604374" cy="2233757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7/20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"/>
          <p:cNvSpPr txBox="1"/>
          <p:nvPr>
            <p:ph type="title"/>
          </p:nvPr>
        </p:nvSpPr>
        <p:spPr>
          <a:xfrm>
            <a:off x="1124530" y="524934"/>
            <a:ext cx="9761057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Проектирование бизнес-логики</a:t>
            </a:r>
            <a:endParaRPr/>
          </a:p>
        </p:txBody>
      </p:sp>
      <p:sp>
        <p:nvSpPr>
          <p:cNvPr id="440" name="Google Shape;440;p8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41" name="Google Shape;441;p8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42" name="Google Shape;442;p8"/>
          <p:cNvPicPr preferRelativeResize="0"/>
          <p:nvPr/>
        </p:nvPicPr>
        <p:blipFill rotWithShape="1">
          <a:blip r:embed="rId3">
            <a:alphaModFix/>
          </a:blip>
          <a:srcRect b="0" l="0" r="24199" t="0"/>
          <a:stretch/>
        </p:blipFill>
        <p:spPr>
          <a:xfrm>
            <a:off x="2912591" y="1801004"/>
            <a:ext cx="5388610" cy="355155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8/20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"/>
          <p:cNvSpPr txBox="1"/>
          <p:nvPr>
            <p:ph type="title"/>
          </p:nvPr>
        </p:nvSpPr>
        <p:spPr>
          <a:xfrm>
            <a:off x="1124530" y="524934"/>
            <a:ext cx="9761057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Проектирование бизнес-логики</a:t>
            </a:r>
            <a:endParaRPr/>
          </a:p>
        </p:txBody>
      </p:sp>
      <p:sp>
        <p:nvSpPr>
          <p:cNvPr id="449" name="Google Shape;449;p9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50" name="Google Shape;450;p9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51" name="Google Shape;451;p9"/>
          <p:cNvPicPr preferRelativeResize="0"/>
          <p:nvPr/>
        </p:nvPicPr>
        <p:blipFill rotWithShape="1">
          <a:blip r:embed="rId3">
            <a:alphaModFix/>
          </a:blip>
          <a:srcRect b="0" l="0" r="6003" t="0"/>
          <a:stretch/>
        </p:blipFill>
        <p:spPr>
          <a:xfrm>
            <a:off x="3582148" y="3468276"/>
            <a:ext cx="7484374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9"/>
          <p:cNvPicPr preferRelativeResize="0"/>
          <p:nvPr/>
        </p:nvPicPr>
        <p:blipFill rotWithShape="1">
          <a:blip r:embed="rId4">
            <a:alphaModFix/>
          </a:blip>
          <a:srcRect b="0" l="0" r="8801" t="0"/>
          <a:stretch/>
        </p:blipFill>
        <p:spPr>
          <a:xfrm>
            <a:off x="1007456" y="1339849"/>
            <a:ext cx="6551876" cy="228080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9"/>
          <p:cNvSpPr txBox="1"/>
          <p:nvPr/>
        </p:nvSpPr>
        <p:spPr>
          <a:xfrm>
            <a:off x="11139054" y="5908237"/>
            <a:ext cx="8645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9/20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"/>
          <p:cNvSpPr txBox="1"/>
          <p:nvPr>
            <p:ph type="title"/>
          </p:nvPr>
        </p:nvSpPr>
        <p:spPr>
          <a:xfrm>
            <a:off x="1124530" y="524934"/>
            <a:ext cx="9761057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Проектирование архитектуры</a:t>
            </a:r>
            <a:endParaRPr/>
          </a:p>
        </p:txBody>
      </p:sp>
      <p:sp>
        <p:nvSpPr>
          <p:cNvPr id="459" name="Google Shape;459;p10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60" name="Google Shape;460;p10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61" name="Google Shape;4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492" y="2629700"/>
            <a:ext cx="7839634" cy="3349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834" y="997049"/>
            <a:ext cx="3839674" cy="273310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0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10/20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69" name="Google Shape;469;p11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70" name="Google Shape;4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4764" y="791039"/>
            <a:ext cx="7693890" cy="555202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1"/>
          <p:cNvSpPr txBox="1"/>
          <p:nvPr>
            <p:ph type="title"/>
          </p:nvPr>
        </p:nvSpPr>
        <p:spPr>
          <a:xfrm>
            <a:off x="1124530" y="524934"/>
            <a:ext cx="9761057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Проектирование базы данных</a:t>
            </a:r>
            <a:endParaRPr/>
          </a:p>
        </p:txBody>
      </p:sp>
      <p:pic>
        <p:nvPicPr>
          <p:cNvPr id="472" name="Google Shape;4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455" y="2768861"/>
            <a:ext cx="3874733" cy="1664593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1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11/20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"/>
          <p:cNvSpPr txBox="1"/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/>
              <a:t>Разработка клиентского приложения</a:t>
            </a:r>
            <a:endParaRPr/>
          </a:p>
        </p:txBody>
      </p:sp>
      <p:sp>
        <p:nvSpPr>
          <p:cNvPr id="479" name="Google Shape;479;p12"/>
          <p:cNvSpPr/>
          <p:nvPr>
            <p:ph idx="2" type="pic"/>
          </p:nvPr>
        </p:nvSpPr>
        <p:spPr>
          <a:xfrm>
            <a:off x="5282108" y="469286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12"/>
          <p:cNvSpPr txBox="1"/>
          <p:nvPr>
            <p:ph idx="1" type="body"/>
          </p:nvPr>
        </p:nvSpPr>
        <p:spPr>
          <a:xfrm>
            <a:off x="7610970" y="690137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Xamarin + MVVM</a:t>
            </a:r>
            <a:endParaRPr/>
          </a:p>
        </p:txBody>
      </p:sp>
      <p:sp>
        <p:nvSpPr>
          <p:cNvPr id="481" name="Google Shape;481;p12"/>
          <p:cNvSpPr txBox="1"/>
          <p:nvPr>
            <p:ph idx="11" type="ftr"/>
          </p:nvPr>
        </p:nvSpPr>
        <p:spPr>
          <a:xfrm>
            <a:off x="543697" y="6311900"/>
            <a:ext cx="10969942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482" name="Google Shape;482;p12"/>
          <p:cNvSpPr/>
          <p:nvPr>
            <p:ph idx="3" type="pic"/>
          </p:nvPr>
        </p:nvSpPr>
        <p:spPr>
          <a:xfrm>
            <a:off x="5274557" y="1896370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12"/>
          <p:cNvSpPr txBox="1"/>
          <p:nvPr>
            <p:ph idx="4" type="body"/>
          </p:nvPr>
        </p:nvSpPr>
        <p:spPr>
          <a:xfrm>
            <a:off x="7603419" y="2117221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SQLite для локального хранения</a:t>
            </a:r>
            <a:endParaRPr/>
          </a:p>
        </p:txBody>
      </p:sp>
      <p:sp>
        <p:nvSpPr>
          <p:cNvPr id="484" name="Google Shape;484;p12"/>
          <p:cNvSpPr/>
          <p:nvPr>
            <p:ph idx="5" type="pic"/>
          </p:nvPr>
        </p:nvSpPr>
        <p:spPr>
          <a:xfrm>
            <a:off x="5267005" y="3323454"/>
            <a:ext cx="3782945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12"/>
          <p:cNvSpPr txBox="1"/>
          <p:nvPr>
            <p:ph idx="6" type="body"/>
          </p:nvPr>
        </p:nvSpPr>
        <p:spPr>
          <a:xfrm>
            <a:off x="9179260" y="3550828"/>
            <a:ext cx="2089104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Репозитории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Unit of Work</a:t>
            </a:r>
            <a:endParaRPr/>
          </a:p>
        </p:txBody>
      </p:sp>
      <p:sp>
        <p:nvSpPr>
          <p:cNvPr id="486" name="Google Shape;486;p12"/>
          <p:cNvSpPr/>
          <p:nvPr>
            <p:ph idx="7" type="pic"/>
          </p:nvPr>
        </p:nvSpPr>
        <p:spPr>
          <a:xfrm>
            <a:off x="5267005" y="4750538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12"/>
          <p:cNvSpPr txBox="1"/>
          <p:nvPr>
            <p:ph idx="8" type="body"/>
          </p:nvPr>
        </p:nvSpPr>
        <p:spPr>
          <a:xfrm>
            <a:off x="7588317" y="4971389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UI: XAML-интерфейсы</a:t>
            </a:r>
            <a:endParaRPr/>
          </a:p>
        </p:txBody>
      </p:sp>
      <p:pic>
        <p:nvPicPr>
          <p:cNvPr id="488" name="Google Shape;4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9673" y="557641"/>
            <a:ext cx="1124224" cy="1066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489" name="Google Shape;489;p12"/>
          <p:cNvPicPr preferRelativeResize="0"/>
          <p:nvPr/>
        </p:nvPicPr>
        <p:blipFill rotWithShape="1">
          <a:blip r:embed="rId4">
            <a:alphaModFix/>
          </a:blip>
          <a:srcRect b="17034" l="0" r="0" t="23495"/>
          <a:stretch/>
        </p:blipFill>
        <p:spPr>
          <a:xfrm>
            <a:off x="5399325" y="2060083"/>
            <a:ext cx="1848365" cy="824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490" name="Google Shape;4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2108" y="3457732"/>
            <a:ext cx="3767843" cy="915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491" name="Google Shape;491;p12"/>
          <p:cNvPicPr preferRelativeResize="0"/>
          <p:nvPr/>
        </p:nvPicPr>
        <p:blipFill rotWithShape="1">
          <a:blip r:embed="rId6">
            <a:alphaModFix/>
          </a:blip>
          <a:srcRect b="4377" l="13787" r="13030" t="13530"/>
          <a:stretch/>
        </p:blipFill>
        <p:spPr>
          <a:xfrm>
            <a:off x="5595976" y="4884816"/>
            <a:ext cx="1551617" cy="9790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2"/>
          <p:cNvSpPr txBox="1"/>
          <p:nvPr/>
        </p:nvSpPr>
        <p:spPr>
          <a:xfrm>
            <a:off x="10530312" y="6263629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12/20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>
            <p:ph type="title"/>
          </p:nvPr>
        </p:nvSpPr>
        <p:spPr>
          <a:xfrm>
            <a:off x="300540" y="411929"/>
            <a:ext cx="6481259" cy="788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ts val="5400"/>
              <a:buFont typeface="Arial"/>
              <a:buNone/>
            </a:pPr>
            <a:r>
              <a:rPr lang="ru-RU"/>
              <a:t>Интерфейс</a:t>
            </a:r>
            <a:endParaRPr/>
          </a:p>
        </p:txBody>
      </p:sp>
      <p:sp>
        <p:nvSpPr>
          <p:cNvPr id="498" name="Google Shape;498;p13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pic>
        <p:nvPicPr>
          <p:cNvPr id="499" name="Google Shape;499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5" l="0" r="0" t="276"/>
          <a:stretch/>
        </p:blipFill>
        <p:spPr>
          <a:xfrm>
            <a:off x="2321803" y="1599862"/>
            <a:ext cx="2948937" cy="2113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01" l="0" r="0" t="302"/>
          <a:stretch/>
        </p:blipFill>
        <p:spPr>
          <a:xfrm>
            <a:off x="7046802" y="1599862"/>
            <a:ext cx="2948937" cy="2113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3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275" l="0" r="0" t="276"/>
          <a:stretch/>
        </p:blipFill>
        <p:spPr>
          <a:xfrm>
            <a:off x="2321803" y="3893604"/>
            <a:ext cx="2948937" cy="2113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3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301" l="0" r="0" t="302"/>
          <a:stretch/>
        </p:blipFill>
        <p:spPr>
          <a:xfrm>
            <a:off x="7046802" y="3962817"/>
            <a:ext cx="2948937" cy="211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3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13/20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 txBox="1"/>
          <p:nvPr>
            <p:ph type="title"/>
          </p:nvPr>
        </p:nvSpPr>
        <p:spPr>
          <a:xfrm>
            <a:off x="861995" y="247753"/>
            <a:ext cx="3869267" cy="2361142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ru-RU"/>
              <a:t>Разработка серверного приложения</a:t>
            </a:r>
            <a:endParaRPr/>
          </a:p>
        </p:txBody>
      </p:sp>
      <p:sp>
        <p:nvSpPr>
          <p:cNvPr id="509" name="Google Shape;509;p14"/>
          <p:cNvSpPr/>
          <p:nvPr>
            <p:ph idx="2" type="pic"/>
          </p:nvPr>
        </p:nvSpPr>
        <p:spPr>
          <a:xfrm>
            <a:off x="5282108" y="469286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14"/>
          <p:cNvSpPr txBox="1"/>
          <p:nvPr>
            <p:ph idx="1" type="body"/>
          </p:nvPr>
        </p:nvSpPr>
        <p:spPr>
          <a:xfrm>
            <a:off x="7610970" y="690137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ASP.NET Core MVC, REST API</a:t>
            </a:r>
            <a:endParaRPr/>
          </a:p>
        </p:txBody>
      </p:sp>
      <p:sp>
        <p:nvSpPr>
          <p:cNvPr id="511" name="Google Shape;511;p14"/>
          <p:cNvSpPr txBox="1"/>
          <p:nvPr>
            <p:ph idx="11" type="ftr"/>
          </p:nvPr>
        </p:nvSpPr>
        <p:spPr>
          <a:xfrm>
            <a:off x="543697" y="6311900"/>
            <a:ext cx="10969942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512" name="Google Shape;512;p14"/>
          <p:cNvSpPr/>
          <p:nvPr>
            <p:ph idx="3" type="pic"/>
          </p:nvPr>
        </p:nvSpPr>
        <p:spPr>
          <a:xfrm>
            <a:off x="5274557" y="1896370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14"/>
          <p:cNvSpPr txBox="1"/>
          <p:nvPr>
            <p:ph idx="4" type="body"/>
          </p:nvPr>
        </p:nvSpPr>
        <p:spPr>
          <a:xfrm>
            <a:off x="7603419" y="2117221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Entity Framework, AutoMapper</a:t>
            </a:r>
            <a:endParaRPr/>
          </a:p>
        </p:txBody>
      </p:sp>
      <p:sp>
        <p:nvSpPr>
          <p:cNvPr id="514" name="Google Shape;514;p14"/>
          <p:cNvSpPr/>
          <p:nvPr>
            <p:ph idx="5" type="pic"/>
          </p:nvPr>
        </p:nvSpPr>
        <p:spPr>
          <a:xfrm>
            <a:off x="5267005" y="3323454"/>
            <a:ext cx="2097903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14"/>
          <p:cNvSpPr txBox="1"/>
          <p:nvPr>
            <p:ph idx="6" type="body"/>
          </p:nvPr>
        </p:nvSpPr>
        <p:spPr>
          <a:xfrm>
            <a:off x="7588317" y="3544131"/>
            <a:ext cx="2089104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SOLID, Dependency Injection</a:t>
            </a:r>
            <a:endParaRPr/>
          </a:p>
        </p:txBody>
      </p:sp>
      <p:sp>
        <p:nvSpPr>
          <p:cNvPr id="516" name="Google Shape;516;p14"/>
          <p:cNvSpPr/>
          <p:nvPr>
            <p:ph idx="7" type="pic"/>
          </p:nvPr>
        </p:nvSpPr>
        <p:spPr>
          <a:xfrm>
            <a:off x="5267005" y="4750538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14"/>
          <p:cNvSpPr txBox="1"/>
          <p:nvPr>
            <p:ph idx="8" type="body"/>
          </p:nvPr>
        </p:nvSpPr>
        <p:spPr>
          <a:xfrm>
            <a:off x="7588317" y="4971389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JWT авторизация</a:t>
            </a:r>
            <a:endParaRPr/>
          </a:p>
        </p:txBody>
      </p:sp>
      <p:pic>
        <p:nvPicPr>
          <p:cNvPr descr="Picture background" id="518" name="Google Shape;5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5934" y="535948"/>
            <a:ext cx="1512175" cy="1092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19" name="Google Shape;519;p14"/>
          <p:cNvPicPr preferRelativeResize="0"/>
          <p:nvPr/>
        </p:nvPicPr>
        <p:blipFill rotWithShape="1">
          <a:blip r:embed="rId4">
            <a:alphaModFix/>
          </a:blip>
          <a:srcRect b="15313" l="25515" r="26121" t="15570"/>
          <a:stretch/>
        </p:blipFill>
        <p:spPr>
          <a:xfrm>
            <a:off x="5525934" y="1938261"/>
            <a:ext cx="1036751" cy="740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20" name="Google Shape;5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6847" y="2280741"/>
            <a:ext cx="754456" cy="754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21" name="Google Shape;52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5678" y="3351158"/>
            <a:ext cx="1644795" cy="1162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22" name="Google Shape;522;p14"/>
          <p:cNvPicPr preferRelativeResize="0"/>
          <p:nvPr/>
        </p:nvPicPr>
        <p:blipFill rotWithShape="1">
          <a:blip r:embed="rId7">
            <a:alphaModFix/>
          </a:blip>
          <a:srcRect b="0" l="18906" r="16587" t="0"/>
          <a:stretch/>
        </p:blipFill>
        <p:spPr>
          <a:xfrm>
            <a:off x="5282108" y="4895719"/>
            <a:ext cx="1942236" cy="91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77142" y="2757382"/>
            <a:ext cx="2295881" cy="325335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4"/>
          <p:cNvSpPr txBox="1"/>
          <p:nvPr/>
        </p:nvSpPr>
        <p:spPr>
          <a:xfrm>
            <a:off x="10522324" y="6263629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14/20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"/>
          <p:cNvSpPr txBox="1"/>
          <p:nvPr>
            <p:ph type="title"/>
          </p:nvPr>
        </p:nvSpPr>
        <p:spPr>
          <a:xfrm>
            <a:off x="699654" y="2248429"/>
            <a:ext cx="4094018" cy="2361142"/>
          </a:xfrm>
          <a:prstGeom prst="rect">
            <a:avLst/>
          </a:prstGeom>
          <a:noFill/>
          <a:ln cap="flat" cmpd="sng" w="9525">
            <a:solidFill>
              <a:srgbClr val="882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sz="4400"/>
              <a:t>Развёртывание на хостинге</a:t>
            </a:r>
            <a:endParaRPr/>
          </a:p>
        </p:txBody>
      </p:sp>
      <p:sp>
        <p:nvSpPr>
          <p:cNvPr id="530" name="Google Shape;530;p15"/>
          <p:cNvSpPr/>
          <p:nvPr>
            <p:ph idx="2" type="pic"/>
          </p:nvPr>
        </p:nvSpPr>
        <p:spPr>
          <a:xfrm>
            <a:off x="5282108" y="469286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15"/>
          <p:cNvSpPr txBox="1"/>
          <p:nvPr>
            <p:ph idx="1" type="body"/>
          </p:nvPr>
        </p:nvSpPr>
        <p:spPr>
          <a:xfrm>
            <a:off x="7610970" y="690137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Cloud.ru Advanced</a:t>
            </a:r>
            <a:endParaRPr/>
          </a:p>
        </p:txBody>
      </p:sp>
      <p:sp>
        <p:nvSpPr>
          <p:cNvPr id="532" name="Google Shape;532;p15"/>
          <p:cNvSpPr txBox="1"/>
          <p:nvPr>
            <p:ph idx="11" type="ftr"/>
          </p:nvPr>
        </p:nvSpPr>
        <p:spPr>
          <a:xfrm>
            <a:off x="543697" y="6311900"/>
            <a:ext cx="10969942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533" name="Google Shape;533;p15"/>
          <p:cNvSpPr/>
          <p:nvPr>
            <p:ph idx="3" type="pic"/>
          </p:nvPr>
        </p:nvSpPr>
        <p:spPr>
          <a:xfrm>
            <a:off x="5274557" y="1896370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15"/>
          <p:cNvSpPr txBox="1"/>
          <p:nvPr>
            <p:ph idx="4" type="body"/>
          </p:nvPr>
        </p:nvSpPr>
        <p:spPr>
          <a:xfrm>
            <a:off x="7603419" y="2117221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Docker + docker-compose</a:t>
            </a:r>
            <a:endParaRPr/>
          </a:p>
        </p:txBody>
      </p:sp>
      <p:sp>
        <p:nvSpPr>
          <p:cNvPr id="535" name="Google Shape;535;p15"/>
          <p:cNvSpPr/>
          <p:nvPr>
            <p:ph idx="5" type="pic"/>
          </p:nvPr>
        </p:nvSpPr>
        <p:spPr>
          <a:xfrm>
            <a:off x="5267006" y="3323454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15"/>
          <p:cNvSpPr txBox="1"/>
          <p:nvPr>
            <p:ph idx="6" type="body"/>
          </p:nvPr>
        </p:nvSpPr>
        <p:spPr>
          <a:xfrm>
            <a:off x="7595868" y="3544305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Настройка NGINX, CI/CD</a:t>
            </a:r>
            <a:endParaRPr/>
          </a:p>
        </p:txBody>
      </p:sp>
      <p:sp>
        <p:nvSpPr>
          <p:cNvPr id="537" name="Google Shape;537;p15"/>
          <p:cNvSpPr/>
          <p:nvPr>
            <p:ph idx="7" type="pic"/>
          </p:nvPr>
        </p:nvSpPr>
        <p:spPr>
          <a:xfrm>
            <a:off x="5259455" y="4750538"/>
            <a:ext cx="2082800" cy="1179543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15"/>
          <p:cNvSpPr txBox="1"/>
          <p:nvPr>
            <p:ph idx="8" type="body"/>
          </p:nvPr>
        </p:nvSpPr>
        <p:spPr>
          <a:xfrm>
            <a:off x="7588317" y="4971389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Безопасность (SSH, SSL)</a:t>
            </a:r>
            <a:endParaRPr/>
          </a:p>
        </p:txBody>
      </p:sp>
      <p:pic>
        <p:nvPicPr>
          <p:cNvPr descr="Picture background" id="539" name="Google Shape;5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936" y="492000"/>
            <a:ext cx="999837" cy="99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40" name="Google Shape;5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939" y="1955400"/>
            <a:ext cx="1837830" cy="1033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8342" y="3363447"/>
            <a:ext cx="1033195" cy="1085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7391" y="4831195"/>
            <a:ext cx="735096" cy="9929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5"/>
          <p:cNvSpPr txBox="1"/>
          <p:nvPr/>
        </p:nvSpPr>
        <p:spPr>
          <a:xfrm>
            <a:off x="10530312" y="6263629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15/20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77" y="3195440"/>
            <a:ext cx="5589923" cy="279896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6"/>
          <p:cNvSpPr txBox="1"/>
          <p:nvPr>
            <p:ph idx="11" type="ftr"/>
          </p:nvPr>
        </p:nvSpPr>
        <p:spPr>
          <a:xfrm>
            <a:off x="838200" y="6311900"/>
            <a:ext cx="8859982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pic>
        <p:nvPicPr>
          <p:cNvPr id="550" name="Google Shape;5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377" y="996687"/>
            <a:ext cx="1839847" cy="150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16"/>
          <p:cNvPicPr preferRelativeResize="0"/>
          <p:nvPr/>
        </p:nvPicPr>
        <p:blipFill rotWithShape="1">
          <a:blip r:embed="rId5">
            <a:alphaModFix/>
          </a:blip>
          <a:srcRect b="0" l="0" r="41136" t="0"/>
          <a:stretch/>
        </p:blipFill>
        <p:spPr>
          <a:xfrm>
            <a:off x="2229589" y="499515"/>
            <a:ext cx="3599711" cy="249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6"/>
          <p:cNvSpPr/>
          <p:nvPr/>
        </p:nvSpPr>
        <p:spPr>
          <a:xfrm>
            <a:off x="7055718" y="400873"/>
            <a:ext cx="347460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4400" cap="none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Тестирование</a:t>
            </a:r>
            <a:endParaRPr b="0" sz="5400" cap="none">
              <a:solidFill>
                <a:srgbClr val="8825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6364888" y="1449821"/>
            <a:ext cx="56852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b="0" lang="ru-RU" sz="2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Юнит-тесты (NUnit).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b="0" lang="ru-RU" sz="2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Swagger-дебаг.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b="0" lang="ru-RU" sz="2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Пользовательское тестирование.</a:t>
            </a:r>
            <a:endParaRPr/>
          </a:p>
        </p:txBody>
      </p:sp>
      <p:sp>
        <p:nvSpPr>
          <p:cNvPr id="554" name="Google Shape;554;p16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16/20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pic>
        <p:nvPicPr>
          <p:cNvPr id="560" name="Google Shape;5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218" y="1597398"/>
            <a:ext cx="8666018" cy="422140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7"/>
          <p:cNvSpPr/>
          <p:nvPr/>
        </p:nvSpPr>
        <p:spPr>
          <a:xfrm>
            <a:off x="1884218" y="334209"/>
            <a:ext cx="79192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4800" cap="none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Сравнение итога с аналогами</a:t>
            </a:r>
            <a:endParaRPr/>
          </a:p>
        </p:txBody>
      </p:sp>
      <p:sp>
        <p:nvSpPr>
          <p:cNvPr id="562" name="Google Shape;562;p17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17/20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"/>
          <p:cNvSpPr txBox="1"/>
          <p:nvPr>
            <p:ph type="title"/>
          </p:nvPr>
        </p:nvSpPr>
        <p:spPr>
          <a:xfrm>
            <a:off x="1124531" y="524934"/>
            <a:ext cx="6130284" cy="5447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25EA"/>
              </a:buClr>
              <a:buSzPct val="100000"/>
              <a:buFont typeface="Arial"/>
              <a:buNone/>
            </a:pPr>
            <a:r>
              <a:rPr lang="ru-RU"/>
              <a:t>Мысли на перспективу</a:t>
            </a:r>
            <a:endParaRPr/>
          </a:p>
        </p:txBody>
      </p:sp>
      <p:sp>
        <p:nvSpPr>
          <p:cNvPr id="568" name="Google Shape;568;p18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569" name="Google Shape;569;p18"/>
          <p:cNvSpPr txBox="1"/>
          <p:nvPr>
            <p:ph idx="1" type="body"/>
          </p:nvPr>
        </p:nvSpPr>
        <p:spPr>
          <a:xfrm>
            <a:off x="1125478" y="1622425"/>
            <a:ext cx="9761058" cy="415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Веб-версия.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Расширение маркетинга.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Интеграция с соцсетями.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—"/>
            </a:pPr>
            <a:r>
              <a:rPr lang="ru-RU"/>
              <a:t> Сбор обратной связи и обновления.</a:t>
            </a:r>
            <a:endParaRPr/>
          </a:p>
        </p:txBody>
      </p:sp>
      <p:pic>
        <p:nvPicPr>
          <p:cNvPr descr="Picture background" id="570" name="Google Shape;5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935136">
            <a:off x="6648676" y="2138928"/>
            <a:ext cx="1242005" cy="124200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8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18/20</a:t>
            </a:r>
            <a:endParaRPr/>
          </a:p>
        </p:txBody>
      </p:sp>
      <p:pic>
        <p:nvPicPr>
          <p:cNvPr id="572" name="Google Shape;5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8710" y="2984994"/>
            <a:ext cx="2794704" cy="279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9"/>
          <p:cNvSpPr txBox="1"/>
          <p:nvPr>
            <p:ph type="title"/>
          </p:nvPr>
        </p:nvSpPr>
        <p:spPr>
          <a:xfrm>
            <a:off x="3116278" y="2795194"/>
            <a:ext cx="5950857" cy="1325563"/>
          </a:xfrm>
          <a:prstGeom prst="rect">
            <a:avLst/>
          </a:prstGeom>
          <a:solidFill>
            <a:srgbClr val="8825EA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/>
              <a:t>Спасибо за внимание</a:t>
            </a:r>
            <a:endParaRPr/>
          </a:p>
        </p:txBody>
      </p:sp>
      <p:sp>
        <p:nvSpPr>
          <p:cNvPr id="578" name="Google Shape;578;p19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sp>
        <p:nvSpPr>
          <p:cNvPr id="579" name="Google Shape;579;p19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19/20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0"/>
          <p:cNvSpPr txBox="1"/>
          <p:nvPr>
            <p:ph idx="11" type="ftr"/>
          </p:nvPr>
        </p:nvSpPr>
        <p:spPr>
          <a:xfrm>
            <a:off x="838200" y="6311900"/>
            <a:ext cx="10515600" cy="365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мобильного приложения "Планировщик романов". Воробьева Дарья ИТХ-1-21</a:t>
            </a:r>
            <a:endParaRPr/>
          </a:p>
        </p:txBody>
      </p:sp>
      <p:grpSp>
        <p:nvGrpSpPr>
          <p:cNvPr id="585" name="Google Shape;585;p20"/>
          <p:cNvGrpSpPr/>
          <p:nvPr/>
        </p:nvGrpSpPr>
        <p:grpSpPr>
          <a:xfrm>
            <a:off x="582473" y="950582"/>
            <a:ext cx="10805380" cy="4956836"/>
            <a:chOff x="582473" y="950582"/>
            <a:chExt cx="10805380" cy="4956836"/>
          </a:xfrm>
        </p:grpSpPr>
        <p:pic>
          <p:nvPicPr>
            <p:cNvPr id="586" name="Google Shape;586;p20">
              <a:hlinkClick action="ppaction://hlinksldjump" r:id="rId3"/>
            </p:cNvPr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2473" y="950582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87" name="Google Shape;587;p20">
              <a:hlinkClick action="ppaction://hlinksldjump"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9285" y="950582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88" name="Google Shape;588;p20">
              <a:hlinkClick action="ppaction://hlinksldjump"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36097" y="950582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89" name="Google Shape;589;p20">
              <a:hlinkClick action="ppaction://hlinksldjump"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12909" y="950582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0" name="Google Shape;590;p20">
              <a:hlinkClick action="ppaction://hlinksldjump"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289721" y="950582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1" name="Google Shape;591;p20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82473" y="2209461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2" name="Google Shape;592;p20">
              <a:hlinkClick action="ppaction://hlinksldjump" r:id="rId15"/>
            </p:cNvPr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759285" y="2209461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3" name="Google Shape;593;p20">
              <a:hlinkClick action="ppaction://hlinksldjump" r:id="rId17"/>
            </p:cNvPr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936097" y="2209461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4" name="Google Shape;594;p20">
              <a:hlinkClick action="ppaction://hlinksldjump" r:id="rId19"/>
            </p:cNvPr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112909" y="2209461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5" name="Google Shape;595;p20">
              <a:hlinkClick action="ppaction://hlinksldjump" r:id="rId21"/>
            </p:cNvPr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9289721" y="2209461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6" name="Google Shape;596;p20">
              <a:hlinkClick action="ppaction://hlinksldjump" r:id="rId23"/>
            </p:cNvPr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82473" y="3468340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7" name="Google Shape;597;p20">
              <a:hlinkClick action="ppaction://hlinksldjump" r:id="rId25"/>
            </p:cNvPr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759285" y="3468340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8" name="Google Shape;598;p20">
              <a:hlinkClick action="ppaction://hlinksldjump" r:id="rId27"/>
            </p:cNvPr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936097" y="3468340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99" name="Google Shape;599;p20">
              <a:hlinkClick action="ppaction://hlinksldjump" r:id="rId29"/>
            </p:cNvPr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112909" y="3468340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00" name="Google Shape;600;p20">
              <a:hlinkClick action="ppaction://hlinksldjump" r:id="rId31"/>
            </p:cNvPr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9289721" y="3468340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01" name="Google Shape;601;p20">
              <a:hlinkClick action="ppaction://hlinksldjump" r:id="rId33"/>
            </p:cNvPr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82473" y="4727219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02" name="Google Shape;602;p20">
              <a:hlinkClick action="ppaction://hlinksldjump" r:id="rId35"/>
            </p:cNvPr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2759285" y="4727219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03" name="Google Shape;603;p20">
              <a:hlinkClick action="ppaction://hlinksldjump" r:id="rId37"/>
            </p:cNvPr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936097" y="4727219"/>
              <a:ext cx="2098132" cy="1180199"/>
            </a:xfrm>
            <a:prstGeom prst="rect">
              <a:avLst/>
            </a:prstGeom>
            <a:noFill/>
            <a:ln cap="flat" cmpd="sng" w="9525">
              <a:solidFill>
                <a:srgbClr val="D3D3D3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604" name="Google Shape;604;p20"/>
          <p:cNvSpPr txBox="1"/>
          <p:nvPr/>
        </p:nvSpPr>
        <p:spPr>
          <a:xfrm>
            <a:off x="10885587" y="5908237"/>
            <a:ext cx="1117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8825EA"/>
                </a:solidFill>
                <a:latin typeface="Arial"/>
                <a:ea typeface="Arial"/>
                <a:cs typeface="Arial"/>
                <a:sym typeface="Arial"/>
              </a:rPr>
              <a:t>20/20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2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910829"/>
      </a:accent1>
      <a:accent2>
        <a:srgbClr val="00B0F0"/>
      </a:accent2>
      <a:accent3>
        <a:srgbClr val="A5A5A5"/>
      </a:accent3>
      <a:accent4>
        <a:srgbClr val="FFC000"/>
      </a:accent4>
      <a:accent5>
        <a:srgbClr val="0070C0"/>
      </a:accent5>
      <a:accent6>
        <a:srgbClr val="00B050"/>
      </a:accent6>
      <a:hlink>
        <a:srgbClr val="00B0F0"/>
      </a:hlink>
      <a:folHlink>
        <a:srgbClr val="C490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2020-05-17T17:29:28Z</dcterms:created>
  <dc:creator>Полина Масленникова</dc:creator>
</cp:coreProperties>
</file>